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wHZVceaWQfE+F7IQZe6nUxNJ9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9E8409-971E-4C78-A270-58BAA3AFF708}">
  <a:tblStyle styleId="{F89E8409-971E-4C78-A270-58BAA3AFF7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Gill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17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17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1" name="Google Shape;61;p18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8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0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2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3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" name="Google Shape;15;p1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Conexiones digitales"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13265" r="3502" t="909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04" name="Google Shape;104;p1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7" name="Google Shape;107;p1"/>
          <p:cNvSpPr/>
          <p:nvPr/>
        </p:nvSpPr>
        <p:spPr>
          <a:xfrm>
            <a:off x="448725" y="4428076"/>
            <a:ext cx="11260800" cy="2207400"/>
          </a:xfrm>
          <a:prstGeom prst="rect">
            <a:avLst/>
          </a:prstGeom>
          <a:solidFill>
            <a:schemeClr val="accent1">
              <a:alpha val="9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582375" y="4650797"/>
            <a:ext cx="109935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824"/>
              </a:spcBef>
              <a:spcAft>
                <a:spcPts val="0"/>
              </a:spcAft>
              <a:buSzPts val="1472"/>
              <a:buNone/>
            </a:pPr>
            <a:r>
              <a:rPr lang="es-ES" sz="1500">
                <a:solidFill>
                  <a:schemeClr val="lt1"/>
                </a:solidFill>
              </a:rPr>
              <a:t>INTEGRANTES: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24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24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None/>
            </a:pPr>
            <a:r>
              <a:rPr lang="es-ES" sz="1500">
                <a:solidFill>
                  <a:schemeClr val="lt1"/>
                </a:solidFill>
              </a:rPr>
              <a:t>ADOLFO MAZA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24"/>
              </a:spcBef>
              <a:spcAft>
                <a:spcPts val="0"/>
              </a:spcAft>
              <a:buSzPts val="1472"/>
              <a:buNone/>
            </a:pPr>
            <a:r>
              <a:rPr lang="es-ES" sz="1500">
                <a:solidFill>
                  <a:schemeClr val="lt1"/>
                </a:solidFill>
              </a:rPr>
              <a:t>CARLA SEPULVEDA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24"/>
              </a:spcBef>
              <a:spcAft>
                <a:spcPts val="0"/>
              </a:spcAft>
              <a:buSzPts val="1472"/>
              <a:buNone/>
            </a:pPr>
            <a:r>
              <a:rPr lang="es-ES" sz="1500">
                <a:solidFill>
                  <a:schemeClr val="lt1"/>
                </a:solidFill>
              </a:rPr>
              <a:t>ALFREDO ULLOA </a:t>
            </a:r>
            <a:endParaRPr b="1" i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24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descr="Logotipo&#10;&#10;El contenido generado por IA puede ser incorrecto." id="109" name="Google Shape;10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534" y="618666"/>
            <a:ext cx="2456729" cy="79038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/>
          <p:nvPr/>
        </p:nvSpPr>
        <p:spPr>
          <a:xfrm>
            <a:off x="465625" y="1814870"/>
            <a:ext cx="11260800" cy="1294800"/>
          </a:xfrm>
          <a:prstGeom prst="rect">
            <a:avLst/>
          </a:prstGeom>
          <a:solidFill>
            <a:schemeClr val="accent1">
              <a:alpha val="968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miNoise</a:t>
            </a:r>
            <a:endParaRPr sz="83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1. ABSTRACT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581200" y="2779775"/>
            <a:ext cx="110295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2784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Gill Sans"/>
              <a:buChar char="◼"/>
            </a:pPr>
            <a:r>
              <a:rPr lang="es-ES" sz="2000">
                <a:solidFill>
                  <a:schemeClr val="dk1"/>
                </a:solidFill>
              </a:rPr>
              <a:t>Consiste en la creación de un repositorio musical de acceso abierto, que organiza y documenta géneros y artistas obtenidos desde APIs y bases de datos públicas. El repositorio busca convertirse en una herramienta cultural y tecnológica que facilite la exploración musical y sirva como recurso gratuito para estudiantes, investigadores y entusiastas. La propuesta integra ciencia de datos, procesamiento de información y filosofía de código abierto, asegurando accesibilidad y posibilidades de expansión futura.</a:t>
            </a:r>
            <a:endParaRPr b="1" sz="2000"/>
          </a:p>
          <a:p>
            <a:pPr indent="-200844" lvl="0" marL="306000" rtl="0" algn="l"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508250" y="2002525"/>
            <a:ext cx="46329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06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-ES" sz="4600">
                <a:solidFill>
                  <a:schemeClr val="dk1"/>
                </a:solidFill>
              </a:rPr>
              <a:t>miNoise</a:t>
            </a:r>
            <a:r>
              <a:rPr lang="es-ES" sz="4600">
                <a:solidFill>
                  <a:schemeClr val="dk1"/>
                </a:solidFill>
              </a:rPr>
              <a:t> </a:t>
            </a:r>
            <a:endParaRPr sz="4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2. DESCRIPCIÓN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1768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40"/>
              <a:buChar char="◼"/>
            </a:pPr>
            <a:r>
              <a:rPr b="1" lang="es-ES" sz="2000"/>
              <a:t>El proyecto miNoise busca recopilar, organizar y publicar información musical en un repositorio abierto. Este incluirá datos sobre géneros y artistas, procesados y documentados para que cualquier usuario pueda reutilizarlos y analizarlos. La idea es ofrecer un recurso gratuito, transparente y de libre acceso, que permita comprender mejor la diversidad musical y sirva de base para experimentos académicos o tecnológicos.</a:t>
            </a:r>
            <a:endParaRPr b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4. </a:t>
            </a:r>
            <a:r>
              <a:rPr b="1" lang="es-ES"/>
              <a:t>Relación con las Competencias del Perfil de Egreso</a:t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2784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Gill Sans"/>
              <a:buChar char="◼"/>
            </a:pPr>
            <a:r>
              <a:rPr lang="es-ES" sz="2000">
                <a:solidFill>
                  <a:schemeClr val="dk1"/>
                </a:solidFill>
              </a:rPr>
              <a:t>El proyecto se vincula con las competencias del perfil de egreso de Ingeniería en Informática, tales como:</a:t>
            </a:r>
            <a:endParaRPr sz="2000">
              <a:solidFill>
                <a:schemeClr val="dk1"/>
              </a:solidFill>
            </a:endParaRPr>
          </a:p>
          <a:p>
            <a:pPr indent="0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Levantamiento y análisis de requerimientos: definir qué información musical recopilar y cómo organizarla.</a:t>
            </a:r>
            <a:endParaRPr sz="2000">
              <a:solidFill>
                <a:schemeClr val="dk1"/>
              </a:solidFill>
            </a:endParaRPr>
          </a:p>
          <a:p>
            <a:pPr indent="0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Gestión de información: estructurar datos en formatos reutilizables.</a:t>
            </a:r>
            <a:endParaRPr sz="2000">
              <a:solidFill>
                <a:schemeClr val="dk1"/>
              </a:solidFill>
            </a:endParaRPr>
          </a:p>
          <a:p>
            <a:pPr indent="0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Desarrollo e integración de sistemas: programar scripts de extracción y limpieza desde APIs.</a:t>
            </a:r>
            <a:endParaRPr sz="2000">
              <a:solidFill>
                <a:schemeClr val="dk1"/>
              </a:solidFill>
            </a:endParaRPr>
          </a:p>
          <a:p>
            <a:pPr indent="0" lvl="0" marL="306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Generación de soluciones tecnológicas: entregar un repositorio libre y replicable, aplicable en diversos contextos.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5. FACTIBILIDAD DEL PROYECTO</a:t>
            </a:r>
            <a:endParaRPr b="1"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581192" y="2180496"/>
            <a:ext cx="11029615" cy="3975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1.  	Duración del semestre: el repositorio puede desarrollarse en 2 meses con etapas definidas.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2.  	Horas asignadas a la asignatura: suficientes para estructurar el repositorio y generar un dataset básico.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3.  	Materiales requeridos: computador personal, conexión a internet, GitHub y librerías gratuitas.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4.  	Factores que facilitan: disponibilidad de APIs musicales, documentación y apoyo de comunidades open source.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5.  	Factores que dificultan: limitación de tiempo y posible inestabilidad de las APIs; se mitigará priorizando datos esenciales y dejando expansiones para una fase posterior.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6. OBJETIVOS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581225" y="2180500"/>
            <a:ext cx="11156700" cy="43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784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◼"/>
            </a:pPr>
            <a:r>
              <a:rPr b="1" lang="es-ES" sz="2000">
                <a:solidFill>
                  <a:schemeClr val="dk1"/>
                </a:solidFill>
              </a:rPr>
              <a:t>Objetivo General</a:t>
            </a:r>
            <a:br>
              <a:rPr lang="es-ES" sz="2000">
                <a:solidFill>
                  <a:schemeClr val="dk1"/>
                </a:solidFill>
              </a:rPr>
            </a:br>
            <a:r>
              <a:rPr lang="es-ES" sz="2000">
                <a:solidFill>
                  <a:schemeClr val="dk1"/>
                </a:solidFill>
              </a:rPr>
              <a:t>Desarrollar un repositorio musical abierto que integre y documente datos de géneros y artistas, aplicando ciencia de datos y asegurando su accesibilidad gratuita como recurso cultural y tecnológico.</a:t>
            </a:r>
            <a:endParaRPr sz="2000">
              <a:solidFill>
                <a:schemeClr val="dk1"/>
              </a:solidFill>
            </a:endParaRPr>
          </a:p>
          <a:p>
            <a:pPr indent="0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2784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Gill Sans"/>
              <a:buChar char="◼"/>
            </a:pPr>
            <a:r>
              <a:rPr b="1" lang="es-ES" sz="2000">
                <a:solidFill>
                  <a:schemeClr val="dk1"/>
                </a:solidFill>
              </a:rPr>
              <a:t>Objetivos Específicos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1.  	Diseñar la estructura inicial del repositorio con carpetas y guías de uso.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2.  	Recopilar datos musicales desde APIs abiertas.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3.  	Procesar, limpiar y organizar los datos en un formato accesible.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4.  	Incluir ejemplos de análisis y visualización de los datos musicales.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5.  	Publicar el repositorio en GitHub bajo una licencia open source.</a:t>
            </a:r>
            <a:endParaRPr sz="2000"/>
          </a:p>
          <a:p>
            <a:pPr indent="-224504" lvl="0" marL="306000" rtl="0" algn="l"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7. </a:t>
            </a:r>
            <a:r>
              <a:rPr b="1" lang="es-ES"/>
              <a:t>METODOLOGÍA</a:t>
            </a:r>
            <a:r>
              <a:rPr b="1" lang="es-ES"/>
              <a:t> </a:t>
            </a:r>
            <a:endParaRPr/>
          </a:p>
        </p:txBody>
      </p:sp>
      <p:sp>
        <p:nvSpPr>
          <p:cNvPr id="147" name="Google Shape;147;p7"/>
          <p:cNvSpPr txBox="1"/>
          <p:nvPr>
            <p:ph idx="1" type="body"/>
          </p:nvPr>
        </p:nvSpPr>
        <p:spPr>
          <a:xfrm>
            <a:off x="581200" y="2180500"/>
            <a:ext cx="111720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784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Gill Sans"/>
              <a:buChar char="◼"/>
            </a:pPr>
            <a:r>
              <a:rPr lang="es-ES" sz="2000">
                <a:solidFill>
                  <a:schemeClr val="dk1"/>
                </a:solidFill>
              </a:rPr>
              <a:t>Se aplicará una metodología híbrida: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 Cascada: para mantener orden en las etapas (diseño de estructura, recolección de datos, limpieza, publicación).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 Ágil: para trabajar en ciclos cortos, revisando avances y corrigiendo errores semana a semana.</a:t>
            </a:r>
            <a:endParaRPr sz="2000">
              <a:solidFill>
                <a:schemeClr val="dk1"/>
              </a:solidFill>
            </a:endParaRPr>
          </a:p>
          <a:p>
            <a:pPr indent="-327844" lvl="0" marL="30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Gill Sans"/>
              <a:buChar char="◼"/>
            </a:pPr>
            <a:r>
              <a:rPr lang="es-ES" sz="2000">
                <a:solidFill>
                  <a:schemeClr val="dk1"/>
                </a:solidFill>
              </a:rPr>
              <a:t>Roles en el equipo: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 Integrante 1: documentación y estructura del repositorio.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 Integrante 2: recopilación de datos desde APIs.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·   Integrante 3: procesamiento de datos y ejemplos de visualización.</a:t>
            </a:r>
            <a:br>
              <a:rPr lang="es-ES" sz="2000">
                <a:solidFill>
                  <a:schemeClr val="dk1"/>
                </a:solidFill>
              </a:rPr>
            </a:br>
            <a:r>
              <a:rPr lang="es-ES" sz="2000">
                <a:solidFill>
                  <a:schemeClr val="dk1"/>
                </a:solidFill>
              </a:rPr>
              <a:t> Todos participan en pruebas y revisión de avance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8. PLAN DE TRABAJO</a:t>
            </a:r>
            <a:endParaRPr/>
          </a:p>
        </p:txBody>
      </p:sp>
      <p:graphicFrame>
        <p:nvGraphicFramePr>
          <p:cNvPr id="153" name="Google Shape;153;p8"/>
          <p:cNvGraphicFramePr/>
          <p:nvPr/>
        </p:nvGraphicFramePr>
        <p:xfrm>
          <a:off x="474525" y="193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{F89E8409-971E-4C78-A270-58BAA3AFF708}</a:tableStyleId>
              </a:tblPr>
              <a:tblGrid>
                <a:gridCol w="2128900"/>
                <a:gridCol w="1699375"/>
                <a:gridCol w="2220775"/>
                <a:gridCol w="1232050"/>
                <a:gridCol w="964225"/>
                <a:gridCol w="1029775"/>
                <a:gridCol w="1996775"/>
              </a:tblGrid>
              <a:tr h="47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Competencia o unidades de competencias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Nombre de  Actividades/Tareas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Descripción Actividades/Tareas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Recursos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Duración de la actividad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Responsable</a:t>
                      </a:r>
                      <a:r>
                        <a:rPr b="1" lang="es-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[1]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FFFFFF"/>
                          </a:solidFill>
                        </a:rPr>
                        <a:t>Observaciones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R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66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Levantamiento y análisis de requerimientos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Definición del alcance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Revisión de la problemática, objetivos y fuentes de datos.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PC, internet, guía docente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1 semana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Carla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Puede retrasarse si no se acota bien el alcance.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66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Desarrollo de software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Integración de APIs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Conectar con API de Spotify y extraer datos musicales iniciales.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PC, Python, documentación API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2 semanas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Adolfo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Se facilita por existencia de librerías y ejemplos.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Ciencia de datos / Procesamiento de información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Limpieza y organización de datos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Estructurar y preparar datos para visualización.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Python (pandas, numpy), PC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2 semanas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Adolfo y Alfredo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Posible dificultad por volumen de datos; se mitiga reduciendo dataset.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66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Desarrollo de software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Desarrollo de prototipo 3D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Programar visualización interactiva para explorar géneros/artistas.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React, Three.js, PC, internet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3 semanas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Adolfo y Alfredo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Requiere pruebas iterativas; facilitador: uso de librerías open source.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Aseguramiento de calidad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Pruebas y ajustes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Testear funcionamiento del prototipo y corregir errores.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PC, dataset de prueba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1 semana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Alfredo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Riesgo: falta de tiempo; solución: priorizar funciones esenciales.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66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Gestión de proyectos / Documentación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Informe final y entrega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Redactar informe, documentación del código y repositorio abierto.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PC, procesador de texto, GitHub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1 semana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Carla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/>
                        <a:t>Facilitador: trabajo colaborativo online.</a:t>
                      </a:r>
                      <a:endParaRPr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B0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9. CARTA GANTT</a:t>
            </a: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700" y="1868350"/>
            <a:ext cx="11398375" cy="44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s-ES"/>
              <a:t>10. EVIDENCIA</a:t>
            </a:r>
            <a:endParaRPr/>
          </a:p>
        </p:txBody>
      </p:sp>
      <p:graphicFrame>
        <p:nvGraphicFramePr>
          <p:cNvPr id="165" name="Google Shape;165;p10"/>
          <p:cNvGraphicFramePr/>
          <p:nvPr/>
        </p:nvGraphicFramePr>
        <p:xfrm>
          <a:off x="405750" y="190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{F89E8409-971E-4C78-A270-58BAA3AFF708}</a:tableStyleId>
              </a:tblPr>
              <a:tblGrid>
                <a:gridCol w="1745725"/>
                <a:gridCol w="2192925"/>
                <a:gridCol w="3563650"/>
                <a:gridCol w="3878175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Tipo de evidencia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(avance o final)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Nombre de la evidencia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Justificación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Avance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Documento de requerimientos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Levantamiento inicial de objetivos, fuentes de datos y tecnologías a usar.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Permite demostrar que el proyecto tiene un plan claro y definido desde el inicio.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Avance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Prototipo funcional básico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Muestra preliminar con integración de datos musicales desde la API.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Evidencia el progreso técnico y la factibilidad de la solución propuesta.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Avance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Bitácora de desarrollo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Registro de tareas realizadas por cada integrante del equipo.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Refleja la organización y distribución del trabajo en equipo.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Final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Prototipo interactivo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Versión final de la visualización 3D con exploración de géneros y artistas.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Es el resultado principal del proyecto y demuestra el cumplimiento del objetivo general.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Final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Informe final del proyecto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Documento que describe la metodología, resultados y aprendizajes.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Consolida todo el proceso y permite evaluar la pertinencia del proyecto con la carrera.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3CA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>
                          <a:solidFill>
                            <a:srgbClr val="FFFFFF"/>
                          </a:solidFill>
                        </a:rPr>
                        <a:t>Final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Repositorio de código abierto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Publicación del código en una plataforma colaborativa (ej. GitHub).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/>
                        <a:t>Garantiza la accesibilidad y coherencia con la filosofía de código abierto planteada.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1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3" name="Google Shape;173;p11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74" name="Google Shape;174;p11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7" name="Google Shape;177;p11"/>
          <p:cNvSpPr txBox="1"/>
          <p:nvPr>
            <p:ph type="ctrTitle"/>
          </p:nvPr>
        </p:nvSpPr>
        <p:spPr>
          <a:xfrm>
            <a:off x="8296275" y="1419226"/>
            <a:ext cx="3081576" cy="1746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ill Sans"/>
              <a:buNone/>
            </a:pPr>
            <a:r>
              <a:rPr lang="es-ES">
                <a:solidFill>
                  <a:srgbClr val="FFFFFF"/>
                </a:solidFill>
              </a:rPr>
              <a:t>GRACIAS</a:t>
            </a:r>
            <a:endParaRPr/>
          </a:p>
        </p:txBody>
      </p:sp>
      <p:sp>
        <p:nvSpPr>
          <p:cNvPr id="178" name="Google Shape;178;p11"/>
          <p:cNvSpPr txBox="1"/>
          <p:nvPr>
            <p:ph idx="1" type="subTitle"/>
          </p:nvPr>
        </p:nvSpPr>
        <p:spPr>
          <a:xfrm>
            <a:off x="8296275" y="3505095"/>
            <a:ext cx="3081576" cy="262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pic>
        <p:nvPicPr>
          <p:cNvPr descr="Números digitales" id="179" name="Google Shape;179;p11"/>
          <p:cNvPicPr preferRelativeResize="0"/>
          <p:nvPr/>
        </p:nvPicPr>
        <p:blipFill rotWithShape="1">
          <a:blip r:embed="rId3">
            <a:alphaModFix/>
          </a:blip>
          <a:srcRect b="1" l="2189" r="9641" t="0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a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2025-06-18T16:42:17Z</dcterms:created>
  <dc:creator>ADOLFO . MAZA PENA</dc:creator>
</cp:coreProperties>
</file>